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6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457200"/>
            <a:ext cx="1828800" cy="1828800"/>
          </a:xfrm>
          <a:prstGeom prst="ellipse">
            <a:avLst/>
          </a:prstGeom>
          <a:solidFill>
            <a:srgbClr val="00C9A7">
              <a:alpha val="3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TECH  ·  AI  ·  PATIENT EMPOWERMENT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Mediscope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-ai-disease-insight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6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health companion — search any disease, get instant clinical insights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9B7D"/>
          </a:solidFill>
          <a:ln w="12700">
            <a:solidFill>
              <a:srgbClr val="009B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Internal Demo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" y="1261872"/>
            <a:ext cx="2697480" cy="3401568"/>
          </a:xfrm>
          <a:prstGeom prst="rect">
            <a:avLst/>
          </a:prstGeom>
          <a:solidFill>
            <a:srgbClr val="C8E8E2">
              <a:alpha val="50000"/>
            </a:srgbClr>
          </a:solidFill>
          <a:ln w="12700">
            <a:solidFill>
              <a:srgbClr val="C8E8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88720"/>
            <a:ext cx="2697480" cy="3401568"/>
          </a:xfrm>
          <a:prstGeom prst="rect">
            <a:avLst/>
          </a:prstGeom>
          <a:solidFill>
            <a:srgbClr val="EBF7F4"/>
          </a:solidFill>
          <a:ln w="12700">
            <a:solidFill>
              <a:srgbClr val="B8D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88720"/>
            <a:ext cx="2697480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4048" y="1956816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&amp; Unreliable Info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523744"/>
            <a:ext cx="24323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 for disease info across dozens of unverified websites, leading to confusion, misinformation, and health anxiety.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61872"/>
            <a:ext cx="2697480" cy="3401568"/>
          </a:xfrm>
          <a:prstGeom prst="rect">
            <a:avLst/>
          </a:prstGeom>
          <a:solidFill>
            <a:srgbClr val="C8E8E2">
              <a:alpha val="50000"/>
            </a:srgbClr>
          </a:solidFill>
          <a:ln w="12700">
            <a:solidFill>
              <a:srgbClr val="C8E8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88720"/>
            <a:ext cx="2697480" cy="3401568"/>
          </a:xfrm>
          <a:prstGeom prst="rect">
            <a:avLst/>
          </a:prstGeom>
          <a:solidFill>
            <a:srgbClr val="EBF7F4"/>
          </a:solidFill>
          <a:ln w="12700">
            <a:solidFill>
              <a:srgbClr val="B8D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88720"/>
            <a:ext cx="2697480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3258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28416" y="1956816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Health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2523744"/>
            <a:ext cx="24323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information is scattered across PDFs, Wikipedia, and clinical portals — none of it organized in one searchable, user-friendly place.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0488" y="1261872"/>
            <a:ext cx="2697480" cy="3401568"/>
          </a:xfrm>
          <a:prstGeom prst="rect">
            <a:avLst/>
          </a:prstGeom>
          <a:solidFill>
            <a:srgbClr val="C8E8E2">
              <a:alpha val="50000"/>
            </a:srgbClr>
          </a:solidFill>
          <a:ln w="12700">
            <a:solidFill>
              <a:srgbClr val="C8E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1188720"/>
            <a:ext cx="2697480" cy="3401568"/>
          </a:xfrm>
          <a:prstGeom prst="rect">
            <a:avLst/>
          </a:prstGeom>
          <a:solidFill>
            <a:srgbClr val="EBF7F4"/>
          </a:solidFill>
          <a:ln w="12700">
            <a:solidFill>
              <a:srgbClr val="B8D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188720"/>
            <a:ext cx="2697480" cy="822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3258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72784" y="1956816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Awareness &amp; 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72784" y="2523744"/>
            <a:ext cx="24323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quick access to symptoms, causes, and treatment options, patients delay seeking help — worsening health outcomes.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 in 3 adults search online for medical info before consulting a doctor  ·  80% encounter at least one inaccurate source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that delivers structured, accurate disease information in seconds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1463040" cy="1965960"/>
          </a:xfrm>
          <a:prstGeom prst="rect">
            <a:avLst/>
          </a:prstGeom>
          <a:solidFill>
            <a:srgbClr val="E0F7F3"/>
          </a:solidFill>
          <a:ln w="15240">
            <a:solidFill>
              <a:srgbClr val="A8D8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28600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disease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browser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2468880"/>
            <a:ext cx="18288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572768"/>
            <a:ext cx="1463040" cy="1965960"/>
          </a:xfrm>
          <a:prstGeom prst="rect">
            <a:avLst/>
          </a:prstGeom>
          <a:solidFill>
            <a:srgbClr val="E0F7F3"/>
          </a:solidFill>
          <a:ln w="15240">
            <a:solidFill>
              <a:srgbClr val="A8D8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39112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66544" y="228600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 backend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93008" y="2468880"/>
            <a:ext cx="18288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572768"/>
            <a:ext cx="1463040" cy="1965960"/>
          </a:xfrm>
          <a:prstGeom prst="rect">
            <a:avLst/>
          </a:prstGeom>
          <a:solidFill>
            <a:srgbClr val="E0F7F3"/>
          </a:solidFill>
          <a:ln w="15240">
            <a:solidFill>
              <a:srgbClr val="A8D8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15384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58184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85616" y="228600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queries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databases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2468880"/>
            <a:ext cx="18288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1572768"/>
            <a:ext cx="1463040" cy="1965960"/>
          </a:xfrm>
          <a:prstGeom prst="rect">
            <a:avLst/>
          </a:prstGeom>
          <a:solidFill>
            <a:srgbClr val="E0F7F3"/>
          </a:solidFill>
          <a:ln w="15240">
            <a:solidFill>
              <a:srgbClr val="A8D8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34456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77256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228600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parsed,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&amp; enriched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31152" y="2468880"/>
            <a:ext cx="18288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1572768"/>
            <a:ext cx="1463040" cy="1965960"/>
          </a:xfrm>
          <a:prstGeom prst="rect">
            <a:avLst/>
          </a:prstGeom>
          <a:solidFill>
            <a:srgbClr val="00C9A7"/>
          </a:solidFill>
          <a:ln w="15240">
            <a:solidFill>
              <a:srgbClr val="009B7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53528" y="1298448"/>
            <a:ext cx="457200" cy="457200"/>
          </a:xfrm>
          <a:prstGeom prst="ellipse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5352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96328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23760" y="228600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info shown: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causes,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 &amp; more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371246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00200" y="3712464"/>
            <a:ext cx="1161288" cy="3200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00200" y="371246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(Frontend)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825496" y="3712464"/>
            <a:ext cx="1161288" cy="3200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25496" y="371246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 (Backend)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050792" y="3712464"/>
            <a:ext cx="1161288" cy="3200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0792" y="371246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276088" y="3712464"/>
            <a:ext cx="1161288" cy="3200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76088" y="371246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DB / APIs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501384" y="3712464"/>
            <a:ext cx="1161288" cy="3200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01384" y="371246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26680" y="3712464"/>
            <a:ext cx="1161288" cy="3200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26680" y="3712464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4206240"/>
            <a:ext cx="4206240" cy="347472"/>
          </a:xfrm>
          <a:prstGeom prst="rect">
            <a:avLst/>
          </a:prstGeom>
          <a:solidFill>
            <a:srgbClr val="E0F7F3"/>
          </a:solidFill>
          <a:ln w="10160">
            <a:solidFill>
              <a:srgbClr val="B0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206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Search any disease instantly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09160" y="4206240"/>
            <a:ext cx="4206240" cy="347472"/>
          </a:xfrm>
          <a:prstGeom prst="rect">
            <a:avLst/>
          </a:prstGeom>
          <a:solidFill>
            <a:srgbClr val="E0F7F3"/>
          </a:solidFill>
          <a:ln w="10160">
            <a:solidFill>
              <a:srgbClr val="B0D8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206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Symptoms, causes, risk factors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608576"/>
            <a:ext cx="4206240" cy="347472"/>
          </a:xfrm>
          <a:prstGeom prst="rect">
            <a:avLst/>
          </a:prstGeom>
          <a:solidFill>
            <a:srgbClr val="E0F7F3"/>
          </a:solidFill>
          <a:ln w="10160">
            <a:solidFill>
              <a:srgbClr val="B0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6085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Treatment &amp; prevention info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09160" y="4608576"/>
            <a:ext cx="4206240" cy="347472"/>
          </a:xfrm>
          <a:prstGeom prst="rect">
            <a:avLst/>
          </a:prstGeom>
          <a:solidFill>
            <a:srgbClr val="E0F7F3"/>
          </a:solidFill>
          <a:ln w="10160">
            <a:solidFill>
              <a:srgbClr val="B0D8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6085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Responsive frontend (React)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0C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platform delivers for users, organizations, and healthcare systems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560320" cy="1417320"/>
          </a:xfrm>
          <a:prstGeom prst="rect">
            <a:avLst/>
          </a:prstGeom>
          <a:solidFill>
            <a:srgbClr val="0A1A2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256032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manual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0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research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2560320" cy="1417320"/>
          </a:xfrm>
          <a:prstGeom prst="rect">
            <a:avLst/>
          </a:prstGeom>
          <a:solidFill>
            <a:srgbClr val="0A1A2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61872"/>
            <a:ext cx="256032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71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consistent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0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information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61872"/>
            <a:ext cx="2560320" cy="1417320"/>
          </a:xfrm>
          <a:prstGeom prst="rect">
            <a:avLst/>
          </a:prstGeom>
          <a:solidFill>
            <a:srgbClr val="0A1A2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61872"/>
            <a:ext cx="256032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371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0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wait 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852928"/>
            <a:ext cx="4114800" cy="822960"/>
          </a:xfrm>
          <a:prstGeom prst="rect">
            <a:avLst/>
          </a:prstGeom>
          <a:solidFill>
            <a:srgbClr val="0A2027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944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41832" y="29077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Misinformation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832" y="320040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verified, structured data — replacing unreliable search results with clinically accurate information.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852928"/>
            <a:ext cx="4114800" cy="822960"/>
          </a:xfrm>
          <a:prstGeom prst="rect">
            <a:avLst/>
          </a:prstGeom>
          <a:solidFill>
            <a:srgbClr val="0A2027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9443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30952" y="29077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for Patients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30952" y="320040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disease lookup in seconds — no scrolling through multiple websites or medical PDFs.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813048"/>
            <a:ext cx="4114800" cy="822960"/>
          </a:xfrm>
          <a:prstGeom prst="rect">
            <a:avLst/>
          </a:prstGeom>
          <a:solidFill>
            <a:srgbClr val="0A2027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90448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41832" y="3867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Enterprises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1832" y="416052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embedded in hospital portals, insurance apps, or telemedicine platforms as a health info API.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813048"/>
            <a:ext cx="4114800" cy="822960"/>
          </a:xfrm>
          <a:prstGeom prst="rect">
            <a:avLst/>
          </a:prstGeom>
          <a:solidFill>
            <a:srgbClr val="0A2027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90448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30952" y="3867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Health Literacy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0952" y="416052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access to medical knowledge — empowering rural and underserved communities with health education.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Awareness  ·  Powered by Technology  ·  Designed for Everyone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368</Words>
  <Application>Microsoft Office PowerPoint</Application>
  <PresentationFormat>On-screen Show (16:9)</PresentationFormat>
  <Paragraphs>77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Info Platform</dc:title>
  <dc:subject>PptxGenJS Presentation</dc:subject>
  <dc:creator>PptxGenJS</dc:creator>
  <cp:lastModifiedBy>Sumit kumar sahu</cp:lastModifiedBy>
  <cp:revision>2</cp:revision>
  <dcterms:created xsi:type="dcterms:W3CDTF">2026-04-28T07:27:06Z</dcterms:created>
  <dcterms:modified xsi:type="dcterms:W3CDTF">2026-05-20T14:41:59Z</dcterms:modified>
</cp:coreProperties>
</file>